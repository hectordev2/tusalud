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TUSALUD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6517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 la plataforma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mobile-first · Roles, flujos y funcionalidades para socios e inversores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Telemedicina end-to-end, en un producto funcional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305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0208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on-demand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331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describe su motivo de consulta y queda en cola para ser atendido por un médico disponible.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2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6611112" y="21305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0208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clínico en vivo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331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directa paciente-médico dentro de cada consulta, con historial clínico visible para el doctor.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2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43814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3284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de tokens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6393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consulta consume 1 token del paciente; el balance se administra y audita de forma centralizada.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182112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2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1112" y="343814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611112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3284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roles operativos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36393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Paciente, Médico y Administrador, cada uno con su panel, permisos y flujos propios.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ACCESO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roles, tres paneles, un mismo backend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54480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por defecto al registrarse.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consultas y consumir tokens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Chatear con el médico asignado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historial clínico y perfil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Postularse para ser médico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2F8F7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2103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394960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obtiene por aprobación del admin.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31546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consultas de la cola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chat + ver ficha clínica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consulta con resumen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agenda y disponibilidad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0B2B30"/>
          </a:solidFill>
          <a:ln/>
        </p:spPr>
      </p:sp>
      <p:sp>
        <p:nvSpPr>
          <p:cNvPr id="17" name="Shape 15"/>
          <p:cNvSpPr/>
          <p:nvPr/>
        </p:nvSpPr>
        <p:spPr>
          <a:xfrm>
            <a:off x="8549640" y="2103120"/>
            <a:ext cx="548640" cy="548640"/>
          </a:xfrm>
          <a:prstGeom prst="ellipse">
            <a:avLst/>
          </a:prstGeom>
          <a:solidFill>
            <a:srgbClr val="0B2B30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3544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235440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 control y supervisión.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49640" y="31546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/ rechazar médicos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Otorgar tokens manualmente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estadísticas globales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usuarios y auditoría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1 · ACCESO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y autenticación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6656" y="21488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/>
        </p:spPr>
      </p:sp>
      <p:sp>
        <p:nvSpPr>
          <p:cNvPr id="5" name="Text 3"/>
          <p:cNvSpPr/>
          <p:nvPr/>
        </p:nvSpPr>
        <p:spPr>
          <a:xfrm>
            <a:off x="813816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3816" y="26517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(signup)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008376" y="25603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11296" y="21488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/>
        </p:spPr>
      </p:sp>
      <p:sp>
        <p:nvSpPr>
          <p:cNvPr id="9" name="Text 7"/>
          <p:cNvSpPr/>
          <p:nvPr/>
        </p:nvSpPr>
        <p:spPr>
          <a:xfrm>
            <a:off x="3648456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48456" y="26517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email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843016" y="25603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45936" y="21488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83096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83096" y="26517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 Auth)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77656" y="25603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80576" y="21488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317736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17736" y="26517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creado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Paciente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implementación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real vía Supabase Auth (no mock); sesión con cookies SSR.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usuario nuevo entra con rol “patient” por defecto — los roles de médico y admin se asignan, no se auto-seleccionan.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perfil no existe por una condición de carrera, se crea con la service key (bypass de RLS) para garantizar consistencia.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2 · NÚCLEO DEL PRODUCTO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consulta a la resolución clínica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2F8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677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crea consulta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6334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motivo y severidad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7764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2F8F7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2677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Débito automático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0560" y="26334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 vía función atómica start_consultation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2668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2F8F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22677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la cola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0" y="26334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pending, sin médico asignado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2F8F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11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3913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la toma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520" y="4279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assigned → in_progress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77640" y="3931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97680" y="34747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2F8F7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3611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80560" y="3913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clínico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480560" y="4279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en tiempo real, ficha visible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26680" y="3931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6720" y="34747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3611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0" y="3913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con resumen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229600" y="4279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closed + resumen clínico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saldo de tokens es insuficiente, la operación falla de forma atómica (sin consulta creada, sin débito) y el paciente ve un mensaje claro para esperar la asignación semanal o comprar más tokens.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3 · CRECIMIENTO DE LA RED MÉDICA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un paciente se convierte en médico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F2F8F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94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se postula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 especialidad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06040" y="25146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62072" y="196596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F2F8F7"/>
          </a:solidFill>
          <a:ln/>
        </p:spPr>
      </p:sp>
      <p:sp>
        <p:nvSpPr>
          <p:cNvPr id="8" name="Text 6"/>
          <p:cNvSpPr/>
          <p:nvPr/>
        </p:nvSpPr>
        <p:spPr>
          <a:xfrm>
            <a:off x="2999232" y="2194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en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doctor_approvals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(pending)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19472" y="25146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75504" y="196596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F2F8F7"/>
          </a:solidFill>
          <a:ln/>
        </p:spPr>
      </p:sp>
      <p:sp>
        <p:nvSpPr>
          <p:cNvPr id="11" name="Text 9"/>
          <p:cNvSpPr/>
          <p:nvPr/>
        </p:nvSpPr>
        <p:spPr>
          <a:xfrm>
            <a:off x="5312664" y="2194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revisa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solicitud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32904" y="25146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88936" y="196596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626096" y="2194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→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= doctor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546336" y="25146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802368" y="196596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C0453E"/>
          </a:solidFill>
          <a:ln/>
        </p:spPr>
      </p:sp>
      <p:sp>
        <p:nvSpPr>
          <p:cNvPr id="17" name="Text 15"/>
          <p:cNvSpPr/>
          <p:nvPr/>
        </p:nvSpPr>
        <p:spPr>
          <a:xfrm>
            <a:off x="9939528" y="2194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Rechazar →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eliminada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 del sistema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admin no puede postularse como médico; un médico no puede volver a postularse.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permiten solicitudes duplicadas: si ya hay una pendiente o procesada, el sistema la bloquea.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aprobación o rechazo queda registrado en el log de auditoría (audit_log) con el admin responsable.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4 · MONETIZACIÓN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tokens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consulta cuesta 1 token. Los tokens se otorgan, se consumen y se auditan de forma centralizada — es la unidad económica de la plataforma.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3383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231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Crédito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Otorgamiento manual por admin, asignación semanal, o compra (grant-tokens).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2148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3383D"/>
          </a:solidFill>
          <a:ln/>
        </p:spPr>
      </p:sp>
      <p:sp>
        <p:nvSpPr>
          <p:cNvPr id="11" name="Shape 9"/>
          <p:cNvSpPr/>
          <p:nvPr/>
        </p:nvSpPr>
        <p:spPr>
          <a:xfrm>
            <a:off x="3703320" y="24231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Débito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342900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descuenta 1 token de forma atómica al crear una consulta (start_consultation).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2148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3383D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24231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en vivo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342900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get_token_balance calcula el saldo real del paciente en cada consulta al panel.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89720" y="2148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3383D"/>
          </a:solidFill>
          <a:ln/>
        </p:spPr>
      </p:sp>
      <p:sp>
        <p:nvSpPr>
          <p:cNvPr id="21" name="Shape 19"/>
          <p:cNvSpPr/>
          <p:nvPr/>
        </p:nvSpPr>
        <p:spPr>
          <a:xfrm>
            <a:off x="9464040" y="24231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46404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6404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 auditable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64040" y="342900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movimiento queda en token_transactions con descripción, monto y referencia.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FUNCIONAL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por panel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28346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B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y alertas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y cola de consultas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Estadísticas globales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Nueva consulta, historial, chat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asignadas + ficha clínica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de pacientes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8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personas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Postularse a médico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semanal y disponibilidad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Aprobaciones de médicos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Mensajería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Bandeja de mensajes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por consulta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8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Libro de tokens propio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Otorgar tokens · libro global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y preferencias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y especialidad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usuarios y auditoría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8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TÉCNICOS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y arquitectura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93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y API routes en un mismo proyecto, deploy en Vercel.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56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en todo el stack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82219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de extremo a extremo, incluyendo tipos generados desde Supabase.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919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28523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diseño propio “Clinical Sanctuary”, mobile-first.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993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vía Supabase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3591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con RLS (row-level security) por rol.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2918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456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82219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real, sesión SSR con cookies, sin mocks en producción.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47548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919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atómica en DB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528523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RPC (start_consultation, get_token_balance, log_audit) garantizan consistencia.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actual: MVP funcional y navegable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338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operativos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paneles propios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9659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3383D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93592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de API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conectados a Supabase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2784" y="19659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338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55664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55664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consulta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(pending → closed)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34856" y="19659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3383D"/>
          </a:solidFill>
          <a:ln/>
        </p:spPr>
      </p:sp>
      <p:sp>
        <p:nvSpPr>
          <p:cNvPr id="15" name="Text 13"/>
          <p:cNvSpPr/>
          <p:nvPr/>
        </p:nvSpPr>
        <p:spPr>
          <a:xfrm>
            <a:off x="9317736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317736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negocio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punta a punta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backend real (no mock), autenticación funcional y las reglas de negocio clave —consumo de tokens, cola de asignación médica y aprobación de nuevos médicos— ya implementadas en la base de datos.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2026-07-26T01:44:26Z</dcterms:created>
  <dcterms:modified xsi:type="dcterms:W3CDTF">2026-07-26T01:44:26Z</dcterms:modified>
</cp:coreProperties>
</file>